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</vt:vector>
  </TitlesOfParts>
  <Company>Schneider Electric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RA+ Platform Roadmap 2026 and 2027</dc:title>
  <dc:subject>Pixel-faithful export of the RA+ roadmap screens</dc:subject>
  <dc:creator>Schneider Electric, Sustainability Business</dc:creator>
  <cp:lastModifiedBy>Schneider Electric, Sustainability Business</cp:lastModifiedBy>
  <cp:revision>1</cp:revision>
  <dcterms:created xsi:type="dcterms:W3CDTF">2026-09-15T14:25:28Z</dcterms:created>
  <dcterms:modified xsi:type="dcterms:W3CDTF">2026-09-15T14:25:28Z</dcterms:modified>
</cp:coreProperties>
</file>